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11"/>
  </p:notesMasterIdLst>
  <p:handoutMasterIdLst>
    <p:handoutMasterId r:id="rId12"/>
  </p:handoutMasterIdLst>
  <p:sldIdLst>
    <p:sldId id="340" r:id="rId5"/>
    <p:sldId id="356" r:id="rId6"/>
    <p:sldId id="357" r:id="rId7"/>
    <p:sldId id="341" r:id="rId8"/>
    <p:sldId id="342" r:id="rId9"/>
    <p:sldId id="35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E0B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5A4048A-C5FC-4C11-B688-A5271F832361}" v="5" dt="2026-08-21T10:35:08.801"/>
  </p1510:revLst>
</p1510:revInfo>
</file>

<file path=ppt/tableStyles.xml><?xml version="1.0" encoding="utf-8"?>
<a:tblStyleLst xmlns:a="http://schemas.openxmlformats.org/drawingml/2006/main" def="{1E171933-4619-4E11-9A3F-F7608DF75F80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 autoAdjust="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outlineViewPr>
    <p:cViewPr>
      <p:scale>
        <a:sx n="33" d="100"/>
        <a:sy n="33" d="100"/>
      </p:scale>
      <p:origin x="0" y="-11376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6264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482B951-AFFF-3499-FDE3-02A7F0BD15F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E5896A-FCE2-110F-B202-A8E435372D6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E69F83-204D-4778-AAD0-A0F851A3AEEE}" type="datetimeFigureOut">
              <a:rPr lang="en-US" smtClean="0"/>
              <a:t>8/21/2026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1BFBA0-47AD-543A-6AE4-769D8F86580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8FC355-FEF6-ED8F-8D0E-F362E204A0F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669D59-B021-49CB-887D-52B8FEE1CE1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70690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AE3C21-C3CB-4B8D-9033-56C1B3CE75FA}" type="datetimeFigureOut">
              <a:rPr lang="en-US" smtClean="0"/>
              <a:t>8/21/2026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732C3C-A191-48C2-A7E8-9C96AF841A7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63942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60483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801D4D-B7A3-AC4F-D4DF-3A0BD469E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AA8E7E-BACA-E6B5-60EA-99BD9F8E7B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8C17E9-7630-A6A7-A4E9-406F6CDCE6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8E2480-17F7-679F-DACB-FE4446B906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21132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DCDAED-3C63-566F-E825-8926B7E300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101571-304A-68F7-3E78-507EA5BA50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D2CE09-0301-BDBF-F4A4-4C5E005442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58A012-2BD9-760A-AF6D-2DF729CD6F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30550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64802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33993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31185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BECDFC6B-0742-962E-44A1-19C9C173BB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0848" y="425303"/>
            <a:ext cx="11305217" cy="6007394"/>
          </a:xfrm>
          <a:prstGeom prst="rect">
            <a:avLst/>
          </a:prstGeom>
          <a:effectLst/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0001" y="633046"/>
            <a:ext cx="10571998" cy="3366198"/>
          </a:xfrm>
          <a:ln>
            <a:noFill/>
          </a:ln>
          <a:effectLst/>
        </p:spPr>
        <p:txBody>
          <a:bodyPr/>
          <a:lstStyle>
            <a:lvl1pPr algn="ctr">
              <a:defRPr sz="7200" b="1" spc="-300" baseline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236985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2ADBC817-DA57-A518-5544-0D3B819C70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5935" y="414670"/>
            <a:ext cx="11320130" cy="601802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4873FFF3-C7B6-C678-1B03-17FBD0D5AC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6174" y="425303"/>
            <a:ext cx="5379242" cy="598343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44217" y="924167"/>
            <a:ext cx="4383156" cy="5009322"/>
          </a:xfrm>
          <a:solidFill>
            <a:schemeClr val="accent1">
              <a:lumMod val="50000"/>
            </a:schemeClr>
          </a:solidFill>
          <a:effectLst>
            <a:outerShdw blurRad="254000" dist="50800" dir="2700000" algn="ctr" rotWithShape="0">
              <a:prstClr val="black">
                <a:alpha val="25000"/>
              </a:prstClr>
            </a:outerShdw>
          </a:effectLst>
        </p:spPr>
        <p:txBody>
          <a:bodyPr anchor="ctr"/>
          <a:lstStyle>
            <a:lvl1pPr algn="ctr">
              <a:defRPr sz="3600" spc="0" baseline="0"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D0FE23B-34E3-BAAF-E01D-BE221B4A94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00800" y="924512"/>
            <a:ext cx="4750904" cy="5008977"/>
          </a:xfrm>
        </p:spPr>
        <p:txBody>
          <a:bodyPr/>
          <a:lstStyle>
            <a:lvl1pPr marL="0" indent="0">
              <a:buNone/>
              <a:defRPr/>
            </a:lvl1pPr>
            <a:lvl2pPr marL="742950" indent="-285750">
              <a:buFont typeface="Arial" panose="020B0604020202020204" pitchFamily="34" charset="0"/>
              <a:buChar char="•"/>
              <a:defRPr/>
            </a:lvl2pPr>
            <a:lvl3pPr marL="1200150" indent="-285750">
              <a:buFont typeface="Arial" panose="020B0604020202020204" pitchFamily="34" charset="0"/>
              <a:buChar char="•"/>
              <a:defRPr/>
            </a:lvl3pPr>
            <a:lvl4pPr marL="1543050" indent="-171450">
              <a:buFont typeface="Arial" panose="020B0604020202020204" pitchFamily="34" charset="0"/>
              <a:buChar char="•"/>
              <a:defRPr/>
            </a:lvl4pPr>
            <a:lvl5pPr marL="2000250" indent="-1714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7798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105E210-05B5-5EA1-C778-30BB3A4942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5935" y="419987"/>
            <a:ext cx="11320130" cy="601802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8792193-1165-3487-6FB9-133CB518C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3090924" y="-2235006"/>
            <a:ext cx="6010147" cy="11320132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0001" y="1741064"/>
            <a:ext cx="10571998" cy="1928264"/>
          </a:xfrm>
          <a:ln>
            <a:noFill/>
          </a:ln>
          <a:effectLst/>
        </p:spPr>
        <p:txBody>
          <a:bodyPr/>
          <a:lstStyle>
            <a:lvl1pPr algn="ctr">
              <a:defRPr sz="3600" spc="0" baseline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10000" y="3694102"/>
            <a:ext cx="10572000" cy="896468"/>
          </a:xfrm>
          <a:effectLst/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4800003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1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8905615-9FD2-EBB3-89AB-555B373EBB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23955" y="414670"/>
            <a:ext cx="7132110" cy="601802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B638DB-3E00-7F4B-D4B7-9D7F090563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0459" y="420624"/>
            <a:ext cx="4183496" cy="601675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0EED07-CDD5-9244-28FA-5195E67951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435934" y="422551"/>
            <a:ext cx="4183495" cy="6010146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717" y="924339"/>
            <a:ext cx="3990110" cy="5009322"/>
          </a:xfrm>
          <a:noFill/>
          <a:effectLst/>
        </p:spPr>
        <p:txBody>
          <a:bodyPr anchor="ctr"/>
          <a:lstStyle>
            <a:lvl1pPr algn="ctr">
              <a:defRPr sz="3600" spc="0" baseline="0"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B5AB4E8D-8B32-8B00-8152-856C592BAB3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346793" y="924340"/>
            <a:ext cx="5684373" cy="5009322"/>
          </a:xfrm>
          <a:effectLst/>
        </p:spPr>
        <p:txBody>
          <a:bodyPr lIns="0" rIns="0" anchor="ctr"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defRPr>
            </a:lvl1pPr>
            <a:lvl2pPr marL="457200" indent="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defRPr>
            </a:lvl2pPr>
            <a:lvl3pPr marL="914400" indent="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defRPr>
            </a:lvl3pPr>
            <a:lvl4pPr marL="1371600" indent="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defRPr>
            </a:lvl4pPr>
            <a:lvl5pPr marL="1828800" indent="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376925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F4A700F-42CA-D7A9-D709-C0017521B2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5935" y="414670"/>
            <a:ext cx="11320130" cy="6018027"/>
          </a:xfrm>
          <a:prstGeom prst="rect">
            <a:avLst/>
          </a:prstGeom>
          <a:solidFill>
            <a:srgbClr val="F9E0B9"/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961DA139-D8FD-A752-758D-4F836DFB2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1353" t="-388" r="-1" b="-254"/>
          <a:stretch/>
        </p:blipFill>
        <p:spPr>
          <a:xfrm rot="16200000" flipH="1">
            <a:off x="210940" y="1589892"/>
            <a:ext cx="5245922" cy="3667583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5516" y="1433219"/>
            <a:ext cx="5695102" cy="2092049"/>
          </a:xfrm>
          <a:noFill/>
          <a:effectLst/>
        </p:spPr>
        <p:txBody>
          <a:bodyPr anchor="b"/>
          <a:lstStyle>
            <a:lvl1pPr algn="ctr">
              <a:defRPr sz="3600" spc="0" baseline="0">
                <a:solidFill>
                  <a:schemeClr val="accent1">
                    <a:lumMod val="5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96F37D4-7152-EA75-8D7D-D8F7D6DD9C4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350099" y="1974707"/>
            <a:ext cx="2907792" cy="2907792"/>
          </a:xfrm>
          <a:solidFill>
            <a:srgbClr val="F9E0B9"/>
          </a:solidFill>
          <a:effectLst/>
        </p:spPr>
        <p:txBody>
          <a:bodyPr anchor="t"/>
          <a:lstStyle>
            <a:lvl1pPr marL="0" indent="0" algn="ctr">
              <a:buNone/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AFBE5B12-0D10-DA99-093A-2C4FB738B21C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496789" y="3525268"/>
            <a:ext cx="5683829" cy="2595429"/>
          </a:xfrm>
          <a:effectLst/>
        </p:spPr>
        <p:txBody>
          <a:bodyPr anchor="t"/>
          <a:lstStyle>
            <a:lvl1pPr marL="0" indent="0" algn="ctr">
              <a:lnSpc>
                <a:spcPct val="150000"/>
              </a:lnSpc>
              <a:spcBef>
                <a:spcPts val="0"/>
              </a:spcBef>
              <a:buNone/>
              <a:defRPr b="1">
                <a:solidFill>
                  <a:schemeClr val="accent1">
                    <a:lumMod val="50000"/>
                  </a:schemeClr>
                </a:solidFill>
              </a:defRPr>
            </a:lvl1pPr>
            <a:lvl2pPr algn="ctr">
              <a:buClr>
                <a:schemeClr val="accent1">
                  <a:lumMod val="50000"/>
                </a:schemeClr>
              </a:buClr>
              <a:defRPr>
                <a:solidFill>
                  <a:schemeClr val="accent1">
                    <a:lumMod val="50000"/>
                  </a:schemeClr>
                </a:solidFill>
              </a:defRPr>
            </a:lvl2pPr>
            <a:lvl3pPr algn="ctr">
              <a:buClr>
                <a:schemeClr val="accent1">
                  <a:lumMod val="50000"/>
                </a:schemeClr>
              </a:buClr>
              <a:defRPr>
                <a:solidFill>
                  <a:schemeClr val="accent1">
                    <a:lumMod val="50000"/>
                  </a:schemeClr>
                </a:solidFill>
              </a:defRPr>
            </a:lvl3pPr>
            <a:lvl4pPr algn="ctr">
              <a:buClr>
                <a:schemeClr val="accent1">
                  <a:lumMod val="50000"/>
                </a:schemeClr>
              </a:buClr>
              <a:defRPr>
                <a:solidFill>
                  <a:schemeClr val="accent1">
                    <a:lumMod val="50000"/>
                  </a:schemeClr>
                </a:solidFill>
              </a:defRPr>
            </a:lvl4pPr>
            <a:lvl5pPr algn="ctr">
              <a:buClr>
                <a:schemeClr val="accent1">
                  <a:lumMod val="50000"/>
                </a:schemeClr>
              </a:buClr>
              <a:defRPr>
                <a:solidFill>
                  <a:schemeClr val="accent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799506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81D7C89-8451-1944-C2B3-53AADAC99A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11678" y="422551"/>
            <a:ext cx="4223822" cy="601014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26B15EB-5194-C74B-F881-D3DCBE854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35499" y="422551"/>
            <a:ext cx="7144823" cy="601014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9935" y="633845"/>
            <a:ext cx="3990110" cy="2192482"/>
          </a:xfrm>
          <a:noFill/>
          <a:effectLst/>
        </p:spPr>
        <p:txBody>
          <a:bodyPr anchor="ctr"/>
          <a:lstStyle>
            <a:lvl1pPr algn="ctr">
              <a:defRPr sz="3600" spc="0" baseline="0">
                <a:solidFill>
                  <a:schemeClr val="accent1">
                    <a:lumMod val="5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15614EF-4CFA-2D69-0F78-9D7409E2337E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47423" y="3174531"/>
            <a:ext cx="3772622" cy="3122360"/>
          </a:xfrm>
          <a:effectLst/>
        </p:spPr>
        <p:txBody>
          <a:bodyPr rIns="274320" anchor="t"/>
          <a:lstStyle>
            <a:lvl1pPr marL="283464" indent="-283464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1pPr>
            <a:lvl2pPr marL="742950" indent="-2857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2pPr>
            <a:lvl3pPr marL="1143000" indent="-228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3pPr>
            <a:lvl4pPr marL="1600200" indent="-228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4pPr>
            <a:lvl5pPr marL="2057400" indent="-228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7D6637B-A7C5-34FF-5B51-32392DAEABB2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237732" y="946205"/>
            <a:ext cx="5971020" cy="5161655"/>
          </a:xfrm>
        </p:spPr>
        <p:txBody>
          <a:bodyPr/>
          <a:lstStyle/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31640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3E625C-F0A4-564D-CEE2-6B3595CEB0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961889" y="0"/>
            <a:ext cx="6230111" cy="6858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7445" y="157637"/>
            <a:ext cx="4851694" cy="2190705"/>
          </a:xfrm>
          <a:noFill/>
          <a:effectLst/>
        </p:spPr>
        <p:txBody>
          <a:bodyPr anchor="b"/>
          <a:lstStyle>
            <a:lvl1pPr algn="l">
              <a:defRPr sz="3600" spc="0" baseline="0">
                <a:solidFill>
                  <a:schemeClr val="accent1">
                    <a:lumMod val="50000"/>
                  </a:schemeClr>
                </a:solidFill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B4D8C78-00C3-F3D7-17C3-F1667E463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0999" y="422551"/>
            <a:ext cx="5124893" cy="601014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c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13E61FD-F54A-5F86-FCED-3BD4C8AA42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1353" t="-388" r="-1" b="-254"/>
          <a:stretch/>
        </p:blipFill>
        <p:spPr>
          <a:xfrm flipH="1">
            <a:off x="659106" y="3429000"/>
            <a:ext cx="4589830" cy="278041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9F0290F-2D31-F9FB-AD35-B76947AF14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236863" y="776532"/>
            <a:ext cx="3434316" cy="501821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7347A5B6-0F99-C044-C209-F3190EEFA37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236663" y="776288"/>
            <a:ext cx="3433762" cy="5018087"/>
          </a:xfrm>
        </p:spPr>
        <p:txBody>
          <a:bodyPr anchor="t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0E96890F-0832-5087-193F-70CF33DEE0A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592615" y="2505979"/>
            <a:ext cx="4837385" cy="3926717"/>
          </a:xfrm>
          <a:effectLst/>
        </p:spPr>
        <p:txBody>
          <a:bodyPr anchor="t"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>
                <a:solidFill>
                  <a:schemeClr val="accent1">
                    <a:lumMod val="50000"/>
                  </a:schemeClr>
                </a:solidFill>
              </a:defRPr>
            </a:lvl1pPr>
            <a:lvl2pPr marL="742950" indent="-28575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2pPr>
            <a:lvl3pPr marL="1143000" indent="-22860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3pPr>
            <a:lvl4pPr marL="1600200" indent="-22860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4pPr>
            <a:lvl5pPr marL="2057400" indent="-22860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5pPr>
          </a:lstStyle>
          <a:p>
            <a:pPr marL="285750" marR="0" lvl="0" indent="-28575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366817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4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36DB3CB-355C-968A-7F5F-71E035040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-2" y="0"/>
            <a:ext cx="12192001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81D7C89-8451-1944-C2B3-53AADAC99A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11678" y="422551"/>
            <a:ext cx="4223822" cy="601014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26B15EB-5194-C74B-F881-D3DCBE854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35499" y="422551"/>
            <a:ext cx="7144823" cy="601014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9935" y="924339"/>
            <a:ext cx="3990110" cy="5009322"/>
          </a:xfrm>
          <a:noFill/>
          <a:effectLst/>
        </p:spPr>
        <p:txBody>
          <a:bodyPr anchor="ctr"/>
          <a:lstStyle>
            <a:lvl1pPr algn="ctr">
              <a:defRPr sz="3600" spc="0" baseline="0">
                <a:solidFill>
                  <a:schemeClr val="accent1">
                    <a:lumMod val="5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7D6637B-A7C5-34FF-5B51-32392DAEABB2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153836" y="1371602"/>
            <a:ext cx="6177309" cy="1953489"/>
          </a:xfrm>
          <a:effectLst/>
        </p:spPr>
        <p:txBody>
          <a:bodyPr anchor="t"/>
          <a:lstStyle>
            <a:lvl1pPr marL="283464" indent="-283464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1pPr>
            <a:lvl2pPr marL="742950" indent="-2857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2pPr>
            <a:lvl3pPr marL="11430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3pPr>
            <a:lvl4pPr marL="16002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4pPr>
            <a:lvl5pPr marL="20574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087279F-936E-0F41-B533-7990D668D7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153836" y="3446156"/>
            <a:ext cx="6177309" cy="0"/>
          </a:xfrm>
          <a:prstGeom prst="line">
            <a:avLst/>
          </a:prstGeom>
          <a:ln w="1905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CDD03AA1-6D53-FEB1-9B22-57C1066DA33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53836" y="3745924"/>
            <a:ext cx="6177309" cy="2238918"/>
          </a:xfrm>
          <a:effectLst/>
        </p:spPr>
        <p:txBody>
          <a:bodyPr anchor="t"/>
          <a:lstStyle>
            <a:lvl1pPr marL="283464" indent="-283464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1pPr>
            <a:lvl2pPr marL="742950" indent="-2857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2pPr>
            <a:lvl3pPr marL="11430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3pPr>
            <a:lvl4pPr marL="16002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4pPr>
            <a:lvl5pPr marL="20574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93711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59176A3-24B8-086B-739F-2B3DCE8BE0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6999" y="-2654300"/>
            <a:ext cx="6858000" cy="1216660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A96EFAA-0851-646A-8758-C20243901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0" y="422551"/>
            <a:ext cx="11424920" cy="601014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0001" y="685800"/>
            <a:ext cx="10571998" cy="2983528"/>
          </a:xfrm>
          <a:effectLst/>
        </p:spPr>
        <p:txBody>
          <a:bodyPr/>
          <a:lstStyle>
            <a:lvl1pPr algn="ctr">
              <a:defRPr sz="3600" spc="0" baseline="0">
                <a:solidFill>
                  <a:schemeClr val="accent4">
                    <a:lumMod val="60000"/>
                    <a:lumOff val="4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40234031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12B799F-04B8-4A62-EB7D-F17311231B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56500" y="0"/>
            <a:ext cx="4635500" cy="6858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F310BE-5861-E73D-5979-D11A971516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00270" y="487680"/>
            <a:ext cx="6482080" cy="590296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A12F5E6-EC22-5E10-94FB-5E546A7B91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495630" y="477518"/>
            <a:ext cx="6482079" cy="5913121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36952" y="477518"/>
            <a:ext cx="3829465" cy="2693887"/>
          </a:xfrm>
          <a:noFill/>
          <a:effectLst/>
        </p:spPr>
        <p:txBody>
          <a:bodyPr anchor="b"/>
          <a:lstStyle>
            <a:lvl1pPr algn="l">
              <a:defRPr sz="3600" spc="0" baseline="0">
                <a:solidFill>
                  <a:schemeClr val="accent1">
                    <a:lumMod val="5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Table Placeholder 12">
            <a:extLst>
              <a:ext uri="{FF2B5EF4-FFF2-40B4-BE49-F238E27FC236}">
                <a16:creationId xmlns:a16="http://schemas.microsoft.com/office/drawing/2014/main" id="{14BBA88A-FAA8-CE13-2A76-BF8B014AE343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952500" y="909638"/>
            <a:ext cx="5578475" cy="5038725"/>
          </a:xfrm>
        </p:spPr>
        <p:txBody>
          <a:bodyPr anchor="t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0E96890F-0832-5087-193F-70CF33DEE0A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036953" y="3449781"/>
            <a:ext cx="3829465" cy="2940860"/>
          </a:xfrm>
          <a:effectLst/>
        </p:spPr>
        <p:txBody>
          <a:bodyPr anchor="t"/>
          <a:lstStyle>
            <a:lvl1pPr marL="285750" indent="-2857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1pPr>
            <a:lvl2pPr marL="742950" indent="-28575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2pPr>
            <a:lvl3pPr marL="1143000" indent="-22860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3pPr>
            <a:lvl4pPr marL="1600200" indent="-22860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4pPr>
            <a:lvl5pPr marL="2057400" indent="-22860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12818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able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59176A3-24B8-086B-739F-2B3DCE8BE0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6999" y="-2654300"/>
            <a:ext cx="6858000" cy="1216660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A96EFAA-0851-646A-8758-C20243901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0" y="422551"/>
            <a:ext cx="11424920" cy="601014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8373" y="571501"/>
            <a:ext cx="11139054" cy="1028699"/>
          </a:xfrm>
          <a:effectLst/>
        </p:spPr>
        <p:txBody>
          <a:bodyPr anchor="ctr"/>
          <a:lstStyle>
            <a:lvl1pPr algn="ctr">
              <a:defRPr sz="3600" spc="0" baseline="0"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Table Placeholder 10">
            <a:extLst>
              <a:ext uri="{FF2B5EF4-FFF2-40B4-BE49-F238E27FC236}">
                <a16:creationId xmlns:a16="http://schemas.microsoft.com/office/drawing/2014/main" id="{E10735F5-6B7D-348D-AC70-8BC10CB5F70A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838200" y="1860550"/>
            <a:ext cx="10515600" cy="4198938"/>
          </a:xfrm>
        </p:spPr>
        <p:txBody>
          <a:bodyPr anchor="t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26347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2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2FDAFCA1-BDD9-1108-8F95-E3FC1A7935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>
            <a:off x="0" y="0"/>
            <a:ext cx="11532896" cy="6858000"/>
            <a:chOff x="659106" y="0"/>
            <a:chExt cx="11532896" cy="68580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4BFDB24-6BE4-2FC0-F772-DC1DE926E485}"/>
                </a:ext>
              </a:extLst>
            </p:cNvPr>
            <p:cNvSpPr/>
            <p:nvPr/>
          </p:nvSpPr>
          <p:spPr>
            <a:xfrm>
              <a:off x="5995086" y="0"/>
              <a:ext cx="6196916" cy="6858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  <a:effectLst>
              <a:outerShdw blurRad="254000" dist="50800" dir="2700000" algn="tl" rotWithShape="0">
                <a:prstClr val="black">
                  <a:alpha val="2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pic>
          <p:nvPicPr>
            <p:cNvPr id="4" name="Graphic 3">
              <a:extLst>
                <a:ext uri="{FF2B5EF4-FFF2-40B4-BE49-F238E27FC236}">
                  <a16:creationId xmlns:a16="http://schemas.microsoft.com/office/drawing/2014/main" id="{131EABEA-AB8A-5E4C-A6DD-8F32B70E90A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-1353" t="-388" r="-1" b="-254"/>
            <a:stretch/>
          </p:blipFill>
          <p:spPr>
            <a:xfrm flipH="1">
              <a:off x="659106" y="1956391"/>
              <a:ext cx="4878094" cy="2780414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2279AAC-0D81-D3CD-3F0F-E8CEE0F56D43}"/>
                </a:ext>
              </a:extLst>
            </p:cNvPr>
            <p:cNvSpPr/>
            <p:nvPr/>
          </p:nvSpPr>
          <p:spPr>
            <a:xfrm>
              <a:off x="1328303" y="776532"/>
              <a:ext cx="3434316" cy="5018212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</p:grp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7542" y="132080"/>
            <a:ext cx="4928894" cy="6507711"/>
          </a:xfrm>
          <a:noFill/>
          <a:effectLst/>
        </p:spPr>
        <p:txBody>
          <a:bodyPr anchor="ctr"/>
          <a:lstStyle>
            <a:lvl1pPr algn="ctr">
              <a:defRPr sz="3600" spc="0" baseline="0">
                <a:solidFill>
                  <a:schemeClr val="accent1">
                    <a:lumMod val="5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0720B2D-C199-57FA-9453-DBFB607BA98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29500" y="992188"/>
            <a:ext cx="3425825" cy="5018087"/>
          </a:xfrm>
        </p:spPr>
        <p:txBody>
          <a:bodyPr anchor="t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98586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lumns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B11222B-29F6-BF2A-09DE-82F6596389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6999" y="-2654300"/>
            <a:ext cx="6858000" cy="1216660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035F993-EADB-1C5A-7158-41E510B706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0" y="422551"/>
            <a:ext cx="11424920" cy="601014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B12E34E-DBAF-BA5D-15D9-E69A055357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0" y="1889759"/>
            <a:ext cx="11424920" cy="454293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9935" y="571499"/>
            <a:ext cx="11118274" cy="1154114"/>
          </a:xfrm>
          <a:noFill/>
          <a:effectLst/>
        </p:spPr>
        <p:txBody>
          <a:bodyPr anchor="ctr"/>
          <a:lstStyle>
            <a:lvl1pPr algn="ctr">
              <a:defRPr sz="3600" spc="0" baseline="0"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0BF6A552-CE6A-3977-8507-74A1C4C4B5A0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841667" y="2461056"/>
            <a:ext cx="3626424" cy="3721535"/>
          </a:xfrm>
          <a:effectLst/>
        </p:spPr>
        <p:txBody>
          <a:bodyPr anchor="t">
            <a:normAutofit/>
          </a:bodyPr>
          <a:lstStyle>
            <a:lvl1pPr marL="285750" indent="-285750">
              <a:lnSpc>
                <a:spcPct val="120000"/>
              </a:lnSpc>
              <a:spcBef>
                <a:spcPts val="600"/>
              </a:spcBef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 sz="1800">
                <a:solidFill>
                  <a:schemeClr val="accent1">
                    <a:lumMod val="50000"/>
                  </a:schemeClr>
                </a:solidFill>
              </a:defRPr>
            </a:lvl1pPr>
            <a:lvl2pPr marL="742950" indent="-285750">
              <a:lnSpc>
                <a:spcPct val="120000"/>
              </a:lnSpc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 sz="1600">
                <a:solidFill>
                  <a:schemeClr val="accent1">
                    <a:lumMod val="50000"/>
                  </a:schemeClr>
                </a:solidFill>
              </a:defRPr>
            </a:lvl2pPr>
            <a:lvl3pPr marL="1143000" indent="-228600">
              <a:lnSpc>
                <a:spcPct val="120000"/>
              </a:lnSpc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 sz="1400">
                <a:solidFill>
                  <a:schemeClr val="accent1">
                    <a:lumMod val="50000"/>
                  </a:schemeClr>
                </a:solidFill>
              </a:defRPr>
            </a:lvl3pPr>
            <a:lvl4pPr marL="1600200" indent="-228600">
              <a:lnSpc>
                <a:spcPct val="120000"/>
              </a:lnSpc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 sz="1200">
                <a:solidFill>
                  <a:schemeClr val="accent1">
                    <a:lumMod val="50000"/>
                  </a:schemeClr>
                </a:solidFill>
              </a:defRPr>
            </a:lvl4pPr>
            <a:lvl5pPr marL="2057400" indent="-228600">
              <a:lnSpc>
                <a:spcPct val="120000"/>
              </a:lnSpc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 sz="1200">
                <a:solidFill>
                  <a:schemeClr val="accent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4C80689F-A123-F6D7-2AA8-9166317EF424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5995282" y="2440275"/>
            <a:ext cx="5164553" cy="3721534"/>
          </a:xfrm>
          <a:effectLst/>
        </p:spPr>
        <p:txBody>
          <a:bodyPr anchor="t">
            <a:normAutofit/>
          </a:bodyPr>
          <a:lstStyle>
            <a:lvl1pPr marL="3429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accent1">
                  <a:lumMod val="50000"/>
                </a:schemeClr>
              </a:buClr>
              <a:buFont typeface="+mj-lt"/>
              <a:buAutoNum type="arabicPeriod"/>
              <a:defRPr sz="1800" b="1">
                <a:solidFill>
                  <a:schemeClr val="accent1">
                    <a:lumMod val="50000"/>
                  </a:schemeClr>
                </a:solidFill>
              </a:defRPr>
            </a:lvl1pPr>
            <a:lvl2pPr marL="347472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accent1">
                  <a:lumMod val="50000"/>
                </a:schemeClr>
              </a:buClr>
              <a:buNone/>
              <a:defRPr sz="1800">
                <a:solidFill>
                  <a:schemeClr val="accent1">
                    <a:lumMod val="50000"/>
                  </a:schemeClr>
                </a:solidFill>
              </a:defRPr>
            </a:lvl2pPr>
            <a:lvl3pPr marL="914400" indent="0">
              <a:lnSpc>
                <a:spcPct val="120000"/>
              </a:lnSpc>
              <a:spcAft>
                <a:spcPts val="600"/>
              </a:spcAft>
              <a:buClr>
                <a:schemeClr val="accent1">
                  <a:lumMod val="50000"/>
                </a:schemeClr>
              </a:buClr>
              <a:buNone/>
              <a:defRPr sz="1800">
                <a:solidFill>
                  <a:schemeClr val="accent1">
                    <a:lumMod val="50000"/>
                  </a:schemeClr>
                </a:solidFill>
              </a:defRPr>
            </a:lvl3pPr>
            <a:lvl4pPr marL="1371600" indent="0">
              <a:lnSpc>
                <a:spcPct val="120000"/>
              </a:lnSpc>
              <a:spcAft>
                <a:spcPts val="600"/>
              </a:spcAft>
              <a:buClr>
                <a:schemeClr val="accent1">
                  <a:lumMod val="50000"/>
                </a:schemeClr>
              </a:buClr>
              <a:buNone/>
              <a:defRPr sz="1800">
                <a:solidFill>
                  <a:schemeClr val="accent1">
                    <a:lumMod val="50000"/>
                  </a:schemeClr>
                </a:solidFill>
              </a:defRPr>
            </a:lvl4pPr>
            <a:lvl5pPr marL="1828800" indent="0">
              <a:lnSpc>
                <a:spcPct val="120000"/>
              </a:lnSpc>
              <a:spcAft>
                <a:spcPts val="600"/>
              </a:spcAft>
              <a:buClr>
                <a:schemeClr val="accent1">
                  <a:lumMod val="50000"/>
                </a:schemeClr>
              </a:buClr>
              <a:buNone/>
              <a:defRPr sz="1800">
                <a:solidFill>
                  <a:schemeClr val="accent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182021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AF4DCF8-BA15-AB79-2D14-040F5A063B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5935" y="414670"/>
            <a:ext cx="11320130" cy="601802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ED22DD7-291D-E347-8A4C-07E31E681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3092299" y="-2231063"/>
            <a:ext cx="6007395" cy="11320129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0660" y="1017858"/>
            <a:ext cx="10650681" cy="2719255"/>
          </a:xfrm>
          <a:noFill/>
          <a:effectLst/>
        </p:spPr>
        <p:txBody>
          <a:bodyPr anchor="b"/>
          <a:lstStyle>
            <a:lvl1pPr algn="ctr">
              <a:defRPr sz="7200" spc="-300" baseline="0">
                <a:solidFill>
                  <a:schemeClr val="accent4">
                    <a:lumMod val="60000"/>
                    <a:lumOff val="4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D0FE23B-34E3-BAAF-E01D-BE221B4A94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70660" y="4042066"/>
            <a:ext cx="10650681" cy="2296843"/>
          </a:xfrm>
          <a:effectLst/>
        </p:spPr>
        <p:txBody>
          <a:bodyPr anchor="t"/>
          <a:lstStyle>
            <a:lvl1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2725080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86F7BD38-A805-4B2C-9BDF-D56E94387879}" type="datetime1">
              <a:rPr lang="en-US" smtClean="0"/>
              <a:t>8/21/2026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tx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86" r:id="rId1"/>
    <p:sldLayoutId id="2147483668" r:id="rId2"/>
    <p:sldLayoutId id="2147483669" r:id="rId3"/>
    <p:sldLayoutId id="2147483684" r:id="rId4"/>
    <p:sldLayoutId id="2147483672" r:id="rId5"/>
    <p:sldLayoutId id="2147483687" r:id="rId6"/>
    <p:sldLayoutId id="2147483671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  <p:sldLayoutId id="2147483685" r:id="rId14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000" b="1" kern="1200" baseline="0">
          <a:ln>
            <a:noFill/>
          </a:ln>
          <a:solidFill>
            <a:srgbClr val="FEFEFE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F5A6C1C-5348-8C88-7DBE-7B7D48E14F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9388" y="685800"/>
            <a:ext cx="9793223" cy="905256"/>
          </a:xfrm>
        </p:spPr>
        <p:txBody>
          <a:bodyPr/>
          <a:lstStyle/>
          <a:p>
            <a:r>
              <a:rPr lang="en-US" sz="3200" dirty="0">
                <a:latin typeface="Aptos" panose="020B0004020202020204" pitchFamily="34" charset="0"/>
              </a:rPr>
              <a:t>Core Concepts explained</a:t>
            </a:r>
            <a:endParaRPr lang="en-IN" sz="3200" dirty="0"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C987A5-7F58-6F2F-4B07-0C3AB6C97152}"/>
              </a:ext>
            </a:extLst>
          </p:cNvPr>
          <p:cNvSpPr txBox="1"/>
          <p:nvPr/>
        </p:nvSpPr>
        <p:spPr>
          <a:xfrm>
            <a:off x="1126236" y="1815155"/>
            <a:ext cx="10303002" cy="36533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latin typeface="Aptos" panose="020B0004020202020204" pitchFamily="34" charset="0"/>
              </a:rPr>
              <a:t> AI Agents: </a:t>
            </a:r>
            <a:r>
              <a:rPr lang="en-US" dirty="0">
                <a:latin typeface="Aptos" panose="020B0004020202020204" pitchFamily="34" charset="0"/>
              </a:rPr>
              <a:t>Standard AI models are reactive; they answer a single prompt and stop. AI Agents are autonomous systems designed to execute complex, multi-step objectives over time.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 Tool Integration: Agents can actively interface with external environments, executing Python scripts, querying databases, or calling web APIs to gather live data.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 Reasoning Engine: They possess the ability to break down a massive goal (like migrating a pipeline) into smaller, logical sub-tasks.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 Contextual Memory: Agents maintain awareness of previous steps, allowing them to adapt their strategy if a specific approach fails mid-execution.</a:t>
            </a:r>
            <a:endParaRPr lang="en-IN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18358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C2D47-29D5-3D3E-C6FC-67C030D33F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EE25828-FCC8-535D-8839-83A36CD64516}"/>
              </a:ext>
            </a:extLst>
          </p:cNvPr>
          <p:cNvSpPr txBox="1"/>
          <p:nvPr/>
        </p:nvSpPr>
        <p:spPr>
          <a:xfrm>
            <a:off x="499872" y="819254"/>
            <a:ext cx="11356847" cy="535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Aptos" panose="020B0004020202020204" pitchFamily="34" charset="0"/>
              </a:rPr>
              <a:t>2.  Agentic Workflows (The Iterative Loop): An agentic workflow is the structured framework in which an AI Agent operates. It replaces the traditional "zero-shot" prompt with a continuous feedback loop.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Aptos" panose="020B0004020202020204" pitchFamily="34" charset="0"/>
              </a:rPr>
              <a:t> The Four-Step Cycle: The workflow generally consists of Planning (defining the architecture), Execution (writing the code), Reflection (running a test), and Correction (fixing any errors).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Aptos" panose="020B0004020202020204" pitchFamily="34" charset="0"/>
              </a:rPr>
              <a:t> Self-Correction: If the AI writes a </a:t>
            </a:r>
            <a:r>
              <a:rPr lang="en-US" sz="1600" dirty="0" err="1">
                <a:latin typeface="Aptos" panose="020B0004020202020204" pitchFamily="34" charset="0"/>
              </a:rPr>
              <a:t>PySpark</a:t>
            </a:r>
            <a:r>
              <a:rPr lang="en-US" sz="1600" dirty="0">
                <a:latin typeface="Aptos" panose="020B0004020202020204" pitchFamily="34" charset="0"/>
              </a:rPr>
              <a:t> script that throws a syntax error, the workflow allows it to read the error log and rewrite the code before presenting it to the user.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Aptos" panose="020B0004020202020204" pitchFamily="34" charset="0"/>
              </a:rPr>
              <a:t> Quality Assurance: This iterative looping drastically reduces AI hallucinations and ensures the final output is much closer to production-ready.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Aptos" panose="020B0004020202020204" pitchFamily="34" charset="0"/>
              </a:rPr>
              <a:t>3.  Model Context Protocol (MCP): MCP is an open standard that acts as a secure, universal bridge between AI models and our local enterprise data.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Aptos" panose="020B0004020202020204" pitchFamily="34" charset="0"/>
              </a:rPr>
              <a:t> Context Automation: It eliminates the need for developers to manually copy and paste code into a chat window by allowing the AI to directly view local files, databases, and APIs.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Aptos" panose="020B0004020202020204" pitchFamily="34" charset="0"/>
              </a:rPr>
              <a:t> Secure Integration: It ensures that the AI can read your proprietary Databricks or Synapse configurations without exporting sensitive company data to public AI servers.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Aptos" panose="020B0004020202020204" pitchFamily="34" charset="0"/>
              </a:rPr>
              <a:t>workspace seamlessly.</a:t>
            </a:r>
            <a:endParaRPr lang="en-IN" sz="16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45799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7731F3-1331-DAB1-8E89-9A2FD4745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C42287D-67B0-BA6C-35B0-F8A3995D2B57}"/>
              </a:ext>
            </a:extLst>
          </p:cNvPr>
          <p:cNvSpPr txBox="1"/>
          <p:nvPr/>
        </p:nvSpPr>
        <p:spPr>
          <a:xfrm>
            <a:off x="582168" y="843677"/>
            <a:ext cx="11356847" cy="3789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Aptos" panose="020B0004020202020204" pitchFamily="34" charset="0"/>
              </a:rPr>
              <a:t>4. Claude Code &amp; CLI Tools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Aptos" panose="020B0004020202020204" pitchFamily="34" charset="0"/>
              </a:rPr>
              <a:t>Tools like Claude Code represent the next evolution of developer assistance by putting the AI directly inside the developer's command-line interface (CLI).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Aptos" panose="020B0004020202020204" pitchFamily="34" charset="0"/>
              </a:rPr>
              <a:t> Native Environment: Instead of working in a separate browser tab, the AI lives where the engineer works, possessing full visibility of the local codebase and folder structures.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Aptos" panose="020B0004020202020204" pitchFamily="34" charset="0"/>
              </a:rPr>
              <a:t> Execution Capabilities: These CLI agents can independently run bash commands, execute unit tests, and even stage files for Git commits.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Aptos" panose="020B0004020202020204" pitchFamily="34" charset="0"/>
              </a:rPr>
              <a:t> Workflow Acceleration: It allows an engineer to type a command like "refactor this Synapse logic into </a:t>
            </a:r>
            <a:r>
              <a:rPr lang="en-US" dirty="0" err="1">
                <a:latin typeface="Aptos" panose="020B0004020202020204" pitchFamily="34" charset="0"/>
              </a:rPr>
              <a:t>PySpark</a:t>
            </a:r>
            <a:r>
              <a:rPr lang="en-US" dirty="0">
                <a:latin typeface="Aptos" panose="020B0004020202020204" pitchFamily="34" charset="0"/>
              </a:rPr>
              <a:t>," and the tool will create, write, and save the actual ⁠.</a:t>
            </a:r>
            <a:r>
              <a:rPr lang="en-US" dirty="0" err="1">
                <a:latin typeface="Aptos" panose="020B0004020202020204" pitchFamily="34" charset="0"/>
              </a:rPr>
              <a:t>py</a:t>
            </a:r>
            <a:r>
              <a:rPr lang="en-US" dirty="0">
                <a:latin typeface="Aptos" panose="020B0004020202020204" pitchFamily="34" charset="0"/>
              </a:rPr>
              <a:t>⁠ file directly onto the machine.</a:t>
            </a:r>
            <a:endParaRPr lang="en-IN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06961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A25282-EE8D-71BA-6317-EECFE33238D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96000" y="924167"/>
            <a:ext cx="5553456" cy="5008977"/>
          </a:xfrm>
        </p:spPr>
        <p:txBody>
          <a:bodyPr/>
          <a:lstStyle/>
          <a:p>
            <a:pPr marL="285750" lvl="0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Aptos" panose="020B0004020202020204" pitchFamily="34" charset="0"/>
              </a:rPr>
              <a:t>Where AI Accelerates Work:</a:t>
            </a:r>
          </a:p>
          <a:p>
            <a:pPr marL="1028700" lvl="1"/>
            <a:r>
              <a:rPr lang="en-US" dirty="0">
                <a:latin typeface="Aptos" panose="020B0004020202020204" pitchFamily="34" charset="0"/>
              </a:rPr>
              <a:t> Translating raw Synapse JSON into boilerplate     </a:t>
            </a:r>
            <a:r>
              <a:rPr lang="en-US" dirty="0" err="1">
                <a:latin typeface="Aptos" panose="020B0004020202020204" pitchFamily="34" charset="0"/>
              </a:rPr>
              <a:t>PySpark</a:t>
            </a:r>
            <a:r>
              <a:rPr lang="en-US" dirty="0">
                <a:latin typeface="Aptos" panose="020B0004020202020204" pitchFamily="34" charset="0"/>
              </a:rPr>
              <a:t> code.</a:t>
            </a:r>
          </a:p>
          <a:p>
            <a:pPr marL="1028700" lvl="1"/>
            <a:r>
              <a:rPr lang="en-US" dirty="0">
                <a:latin typeface="Aptos" panose="020B0004020202020204" pitchFamily="34" charset="0"/>
              </a:rPr>
              <a:t> Writing automated unit tests for data validation.</a:t>
            </a:r>
          </a:p>
          <a:p>
            <a:pPr marL="1028700" lvl="1"/>
            <a:r>
              <a:rPr lang="en-US" dirty="0">
                <a:latin typeface="Aptos" panose="020B0004020202020204" pitchFamily="34" charset="0"/>
              </a:rPr>
              <a:t> Generating documentation for the new Databricks pipelines.</a:t>
            </a:r>
          </a:p>
          <a:p>
            <a:pPr marL="285750" lvl="0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Aptos" panose="020B0004020202020204" pitchFamily="34" charset="0"/>
              </a:rPr>
              <a:t> Where Human Oversight is Mandatory:</a:t>
            </a:r>
          </a:p>
          <a:p>
            <a:pPr marL="1028700" lvl="1"/>
            <a:r>
              <a:rPr lang="en-US" dirty="0">
                <a:latin typeface="Aptos" panose="020B0004020202020204" pitchFamily="34" charset="0"/>
              </a:rPr>
              <a:t> Business Logic Validation: Ensuring the AI didn't accidentally change a financial calculation (like our negative sales filter).</a:t>
            </a:r>
          </a:p>
          <a:p>
            <a:pPr marL="1028700" lvl="1"/>
            <a:r>
              <a:rPr lang="en-US" dirty="0">
                <a:latin typeface="Aptos" panose="020B0004020202020204" pitchFamily="34" charset="0"/>
              </a:rPr>
              <a:t> Security &amp; Governance: Humans must control access rights, Unity Catalog permissions, and final code approvals before anything goes into production.</a:t>
            </a:r>
            <a:endParaRPr lang="en-US" noProof="0" dirty="0">
              <a:latin typeface="Aptos" panose="020B000402020202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E3E80C9-2DEC-72F7-E148-71D58B263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ptos" panose="020B0004020202020204" pitchFamily="34" charset="0"/>
              </a:rPr>
              <a:t>The Human vs. AI Balance</a:t>
            </a:r>
            <a:br>
              <a:rPr lang="en-IN" dirty="0">
                <a:latin typeface="Aptos" panose="020B0004020202020204" pitchFamily="34" charset="0"/>
              </a:rPr>
            </a:br>
            <a:endParaRPr lang="en-IN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99247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>
            <a:extLst>
              <a:ext uri="{FF2B5EF4-FFF2-40B4-BE49-F238E27FC236}">
                <a16:creationId xmlns:a16="http://schemas.microsoft.com/office/drawing/2014/main" id="{151E430E-5FEE-D579-A78B-2E8982EA90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8069" y="1750014"/>
            <a:ext cx="10853930" cy="1392471"/>
          </a:xfrm>
        </p:spPr>
        <p:txBody>
          <a:bodyPr>
            <a:normAutofit/>
          </a:bodyPr>
          <a:lstStyle/>
          <a:p>
            <a:r>
              <a:rPr lang="en-US" dirty="0">
                <a:latin typeface="Aptos" panose="020B0004020202020204" pitchFamily="34" charset="0"/>
              </a:rPr>
              <a:t>The Strategy: To accelerate the 3-to-5-month timeline proposed in Week 3, we will implement an Agentic Workflow to automate the creation of our Pattern-Based Templates.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9A1E300-8088-5196-B2AF-0A2B40880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035" y="747224"/>
            <a:ext cx="10550653" cy="1310176"/>
          </a:xfrm>
        </p:spPr>
        <p:txBody>
          <a:bodyPr/>
          <a:lstStyle/>
          <a:p>
            <a:r>
              <a:rPr lang="en-US" dirty="0"/>
              <a:t> Applying AI to Our Migration Problem</a:t>
            </a:r>
            <a:br>
              <a:rPr lang="en-US" dirty="0"/>
            </a:b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B0571EE-626B-2144-B9D6-BA7710B40A02}"/>
              </a:ext>
            </a:extLst>
          </p:cNvPr>
          <p:cNvSpPr txBox="1"/>
          <p:nvPr/>
        </p:nvSpPr>
        <p:spPr>
          <a:xfrm>
            <a:off x="926977" y="2904741"/>
            <a:ext cx="9800082" cy="2960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b="1" dirty="0">
                <a:latin typeface="Aptos" panose="020B0004020202020204" pitchFamily="34" charset="0"/>
              </a:rPr>
              <a:t>1. Analyze: We use an AI Agent to scan the 100 raw Synapse JSON files.</a:t>
            </a:r>
            <a:br>
              <a:rPr lang="en-US" sz="1800" b="1" dirty="0">
                <a:latin typeface="Aptos" panose="020B0004020202020204" pitchFamily="34" charset="0"/>
              </a:rPr>
            </a:br>
            <a:r>
              <a:rPr lang="en-US" sz="1800" b="1" dirty="0">
                <a:latin typeface="Aptos" panose="020B0004020202020204" pitchFamily="34" charset="0"/>
              </a:rPr>
              <a:t>2. Categorize: The Agent groups the pipelines into matching patterns based on their transformations.</a:t>
            </a:r>
            <a:br>
              <a:rPr lang="en-US" sz="1800" b="1" dirty="0">
                <a:latin typeface="Aptos" panose="020B0004020202020204" pitchFamily="34" charset="0"/>
              </a:rPr>
            </a:br>
            <a:r>
              <a:rPr lang="en-US" sz="1800" b="1" dirty="0">
                <a:latin typeface="Aptos" panose="020B0004020202020204" pitchFamily="34" charset="0"/>
              </a:rPr>
              <a:t>3. Generate: Using prompt engineering, we instruct the Agent to generate the parameterized </a:t>
            </a:r>
            <a:r>
              <a:rPr lang="en-US" sz="1800" b="1" dirty="0" err="1">
                <a:latin typeface="Aptos" panose="020B0004020202020204" pitchFamily="34" charset="0"/>
              </a:rPr>
              <a:t>PySpark</a:t>
            </a:r>
            <a:r>
              <a:rPr lang="en-US" sz="1800" b="1" dirty="0">
                <a:latin typeface="Aptos" panose="020B0004020202020204" pitchFamily="34" charset="0"/>
              </a:rPr>
              <a:t> code for each pattern.</a:t>
            </a:r>
            <a:br>
              <a:rPr lang="en-US" sz="1800" b="1" dirty="0">
                <a:latin typeface="Aptos" panose="020B0004020202020204" pitchFamily="34" charset="0"/>
              </a:rPr>
            </a:br>
            <a:r>
              <a:rPr lang="en-US" sz="1800" b="1" dirty="0">
                <a:latin typeface="Aptos" panose="020B0004020202020204" pitchFamily="34" charset="0"/>
              </a:rPr>
              <a:t>4. Human Review: The Data Engineering team reviews the generated Databricks templates, runs side-by-side data tests, and deploys.</a:t>
            </a:r>
            <a:endParaRPr lang="en-IN" sz="1800" b="1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39363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05011-03FC-652B-2538-4EAE68ABF8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660" y="1017858"/>
            <a:ext cx="10650681" cy="2719255"/>
          </a:xfrm>
        </p:spPr>
        <p:txBody>
          <a:bodyPr/>
          <a:lstStyle/>
          <a:p>
            <a:pPr lvl="0"/>
            <a:r>
              <a:rPr lang="en-US" dirty="0"/>
              <a:t>Thank You</a:t>
            </a:r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1A2349-EF0B-F33D-13F9-82624146164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70660" y="4042066"/>
            <a:ext cx="10650681" cy="2296843"/>
          </a:xfrm>
        </p:spPr>
        <p:txBody>
          <a:bodyPr/>
          <a:lstStyle/>
          <a:p>
            <a:pPr lvl="0"/>
            <a:r>
              <a:rPr lang="en-US" noProof="0" dirty="0"/>
              <a:t>Aurosrita Swain</a:t>
            </a:r>
          </a:p>
          <a:p>
            <a:pPr lvl="0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6365792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381587_Win32_SL_v6" id="{5005B820-A0B7-49EA-8569-DCF0CD2DBB9D}" vid="{2E48C80D-E25D-44C4-BCFD-F1465E9B612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29F0C84-2C14-4FB8-88C2-9577181F2CC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4ACCF44-01D5-4C40-9EAC-D3C3683409FE}">
  <ds:schemaRefs>
    <ds:schemaRef ds:uri="http://schemas.microsoft.com/office/infopath/2007/PartnerControls"/>
    <ds:schemaRef ds:uri="230e9df3-be65-4c73-a93b-d1236ebd677e"/>
    <ds:schemaRef ds:uri="http://schemas.microsoft.com/office/2006/metadata/properties"/>
    <ds:schemaRef ds:uri="16c05727-aa75-4e4a-9b5f-8a80a1165891"/>
    <ds:schemaRef ds:uri="http://schemas.microsoft.com/office/2006/documentManagement/types"/>
    <ds:schemaRef ds:uri="http://purl.org/dc/terms/"/>
    <ds:schemaRef ds:uri="http://purl.org/dc/dcmitype/"/>
    <ds:schemaRef ds:uri="http://schemas.openxmlformats.org/package/2006/metadata/core-properties"/>
    <ds:schemaRef ds:uri="71af3243-3dd4-4a8d-8c0d-dd76da1f02a5"/>
    <ds:schemaRef ds:uri="http://schemas.microsoft.com/sharepoint/v3"/>
    <ds:schemaRef ds:uri="http://www.w3.org/XML/1998/namespace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272B3831-C4F2-498C-8E5F-F8D6F905483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ea60d57e-af5b-4752-ac57-3e4f28ca11dc}" enabled="1" method="Standard" siteId="{36da45f1-dd2c-4d1f-af13-5abe46b9992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{E81EFF59-C759-48BC-94AD-768FFF1ADBCE}TF4e23ad37-c1a6-42e6-a6ec-6518d97eca9ec3cad5d6_win32-e4fb00466b0d</Template>
  <TotalTime>439</TotalTime>
  <Words>692</Words>
  <Application>Microsoft Office PowerPoint</Application>
  <PresentationFormat>Widescreen</PresentationFormat>
  <Paragraphs>38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Aptos</vt:lpstr>
      <vt:lpstr>Arial</vt:lpstr>
      <vt:lpstr>Calibri</vt:lpstr>
      <vt:lpstr>Century Gothic</vt:lpstr>
      <vt:lpstr>Courier New</vt:lpstr>
      <vt:lpstr>Wingdings 2</vt:lpstr>
      <vt:lpstr>Quotable</vt:lpstr>
      <vt:lpstr>Core Concepts explained</vt:lpstr>
      <vt:lpstr>PowerPoint Presentation</vt:lpstr>
      <vt:lpstr>PowerPoint Presentation</vt:lpstr>
      <vt:lpstr>The Human vs. AI Balance </vt:lpstr>
      <vt:lpstr> Applying AI to Our Migration Problem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Swain, Aurosrita - Ext</dc:creator>
  <cp:lastModifiedBy>Swain, Aurosrita - Ext</cp:lastModifiedBy>
  <cp:revision>2</cp:revision>
  <dcterms:created xsi:type="dcterms:W3CDTF">2026-08-20T09:18:25Z</dcterms:created>
  <dcterms:modified xsi:type="dcterms:W3CDTF">2026-08-21T10:56:23Z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